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65" r:id="rId4"/>
    <p:sldId id="266" r:id="rId5"/>
    <p:sldId id="267" r:id="rId6"/>
    <p:sldId id="257" r:id="rId7"/>
    <p:sldId id="269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D616862-BC16-4739-8103-80690A18CD55}">
          <p14:sldIdLst>
            <p14:sldId id="256"/>
            <p14:sldId id="264"/>
            <p14:sldId id="265"/>
            <p14:sldId id="266"/>
            <p14:sldId id="267"/>
            <p14:sldId id="257"/>
          </p14:sldIdLst>
        </p14:section>
        <p14:section name="Section sans titre" id="{945F5B74-FFBD-4BE8-B582-90F9A1EA804E}">
          <p14:sldIdLst>
            <p14:sldId id="269"/>
            <p14:sldId id="258"/>
            <p14:sldId id="259"/>
          </p14:sldIdLst>
        </p14:section>
        <p14:section name="Section sans titre" id="{5D36453E-3C24-4C71-902D-CA34552D58C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4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3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3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3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1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3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1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7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9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54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7458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5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4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73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44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2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33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lgerian" panose="04020705040A02060702" pitchFamily="82" charset="0"/>
              </a:rPr>
              <a:t>Smart Copy Book – Project Status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3422" y="4670779"/>
            <a:ext cx="7315200" cy="685800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  <a:latin typeface="Calisto MT" panose="02040603050505030304" pitchFamily="18" charset="0"/>
              </a:rPr>
              <a:t>Current Progress, Next Steps, and Demo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9F7456-FE05-7504-DC71-E501E93E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EFFC74-8811-5994-EEE9-A919F122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organize handwritten and digital notes efficiently.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notebooks lack smart search and filtering features.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subjects can be inefficient.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AI support for summarization or handwriting recognition.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/ Stakeholders: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&amp; secondary school students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and instructors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Self-learners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</a:p>
          <a:p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394495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F862E-A2EE-C156-1350-51C4B3D7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05617B-993E-2131-27B5-BE10859E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Subject-based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creation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editing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support</a:t>
            </a: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-state UI handling</a:t>
            </a: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navigation system</a:t>
            </a:r>
          </a:p>
          <a:p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428686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99728-120F-9C6F-1F51-F47DDE05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Modifications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E71260-475B-937F-1C3A-1213EC3E6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Handwriting recognition</a:t>
            </a: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transcription</a:t>
            </a: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Modifications to Original Plan:</a:t>
            </a: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Prioritized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compatibility</a:t>
            </a:r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90769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DCA7F-1F6F-A0A0-89D1-87A5185C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E29A729-7885-81DE-7498-8C915AAA5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846" y="2193925"/>
            <a:ext cx="7462308" cy="4070350"/>
          </a:xfrm>
        </p:spPr>
      </p:pic>
    </p:spTree>
    <p:extLst>
      <p:ext uri="{BB962C8B-B14F-4D97-AF65-F5344CB8AC3E}">
        <p14:creationId xmlns:p14="http://schemas.microsoft.com/office/powerpoint/2010/main" val="44763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Gantt Chart</a:t>
            </a:r>
          </a:p>
        </p:txBody>
      </p:sp>
      <p:pic>
        <p:nvPicPr>
          <p:cNvPr id="3" name="Picture 2" descr="generated-image-58aa9411-637f-4ab6-9845-07afdc7d08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5244"/>
            <a:ext cx="8229600" cy="4312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A16450-7887-4A9B-27E0-AE23DAE7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  <a:endParaRPr lang="fr-CI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71A33-4699-C4F7-42C7-BBE6F24E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Structuring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UI architecture on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prototyping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app in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marL="457200" lvl="1" indent="0">
              <a:buNone/>
            </a:pP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AI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fr-CI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live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railway</a:t>
            </a:r>
          </a:p>
          <a:p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302239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sto MT" panose="02040603050505030304" pitchFamily="18" charset="0"/>
              </a:rPr>
              <a:t>- UI layout implemented</a:t>
            </a:r>
          </a:p>
          <a:p>
            <a:r>
              <a:rPr dirty="0">
                <a:latin typeface="Calisto MT" panose="02040603050505030304" pitchFamily="18" charset="0"/>
              </a:rPr>
              <a:t>- Notes creation and subject filtering working</a:t>
            </a:r>
          </a:p>
          <a:p>
            <a:r>
              <a:rPr dirty="0">
                <a:latin typeface="Calisto MT" panose="02040603050505030304" pitchFamily="18" charset="0"/>
              </a:rPr>
              <a:t>- Local storage persistence added</a:t>
            </a:r>
          </a:p>
          <a:p>
            <a:r>
              <a:rPr dirty="0">
                <a:latin typeface="Calisto MT" panose="02040603050505030304" pitchFamily="18" charset="0"/>
              </a:rPr>
              <a:t>- Empty state UI completed</a:t>
            </a:r>
          </a:p>
          <a:p>
            <a:r>
              <a:rPr dirty="0">
                <a:latin typeface="Calisto MT" panose="02040603050505030304" pitchFamily="18" charset="0"/>
              </a:rPr>
              <a:t>- Basic app navigation functional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– Home Screen</a:t>
            </a:r>
          </a:p>
        </p:txBody>
      </p:sp>
      <p:pic>
        <p:nvPicPr>
          <p:cNvPr id="3" name="Picture 2" descr="Screenshot 2026-01-25 232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6488"/>
            <a:ext cx="7315200" cy="4030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Traînée de condensation</Template>
  <TotalTime>48</TotalTime>
  <Words>203</Words>
  <Application>Microsoft Office PowerPoint</Application>
  <PresentationFormat>Affichage à l'écran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Calisto MT</vt:lpstr>
      <vt:lpstr>Century Gothic</vt:lpstr>
      <vt:lpstr>Times New Roman</vt:lpstr>
      <vt:lpstr>Traînée de condensation</vt:lpstr>
      <vt:lpstr>Smart Copy Book – Project Status Update</vt:lpstr>
      <vt:lpstr>Problem Statement</vt:lpstr>
      <vt:lpstr>Proposed Features</vt:lpstr>
      <vt:lpstr>Feature Enhancements &amp; Modifications</vt:lpstr>
      <vt:lpstr>Progress Tracking</vt:lpstr>
      <vt:lpstr>Updated Gantt Chart</vt:lpstr>
      <vt:lpstr>Challenges &amp; Solutions</vt:lpstr>
      <vt:lpstr>Current Project Status</vt:lpstr>
      <vt:lpstr> App – Home Screen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313</cp:lastModifiedBy>
  <cp:revision>4</cp:revision>
  <dcterms:created xsi:type="dcterms:W3CDTF">2013-01-27T09:14:16Z</dcterms:created>
  <dcterms:modified xsi:type="dcterms:W3CDTF">2026-03-02T04:55:14Z</dcterms:modified>
  <cp:category/>
</cp:coreProperties>
</file>